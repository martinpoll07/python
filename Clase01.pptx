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0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4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8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5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4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1960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615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2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2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Introducción a Python para Automatización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Capacitación para personal de soporte</a:t>
            </a:r>
          </a:p>
          <a:p>
            <a:pPr lvl="1"/>
            <a:r>
              <a:t>Objetivo: aprender a usar Python para automatizar tareas reales</a:t>
            </a:r>
          </a:p>
          <a:p>
            <a:pPr lvl="1"/>
            <a:r>
              <a:t>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Python en un banco?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Scripting sencillo y potente</a:t>
            </a:r>
          </a:p>
          <a:p>
            <a:pPr lvl="1"/>
            <a:r>
              <a:t>Automatización de tareas repetitivas</a:t>
            </a:r>
          </a:p>
          <a:p>
            <a:pPr lvl="1"/>
            <a:r>
              <a:t>Procesamiento de logs y archivos</a:t>
            </a:r>
          </a:p>
          <a:p>
            <a:pPr lvl="1"/>
            <a:r>
              <a:t>Consultas de red /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ejecutar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Ejecutar script: python script.py</a:t>
            </a:r>
          </a:p>
          <a:p>
            <a:pPr lvl="1"/>
            <a:r>
              <a:t>Modo interactivo: python</a:t>
            </a:r>
          </a:p>
          <a:p>
            <a:pPr lvl="1"/>
            <a:r>
              <a:t>Primer ejemplo: print("Hola equipo de soporte")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Caso práctico 1: Automatización de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Listar archivos</a:t>
            </a:r>
          </a:p>
          <a:p>
            <a:pPr lvl="1"/>
            <a:r>
              <a:t>Filtrar por extensión</a:t>
            </a:r>
          </a:p>
          <a:p>
            <a:pPr lvl="1"/>
            <a:r>
              <a:t>Ejemplo con carpeta de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Listar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import os</a:t>
            </a:r>
          </a:p>
          <a:p>
            <a:pPr lvl="1"/>
            <a:r>
              <a:t>folder = r"C:\logs_banco"</a:t>
            </a:r>
          </a:p>
          <a:p>
            <a:pPr lvl="1"/>
            <a:r>
              <a:t>for file in sorted(os.listdir(folder)):</a:t>
            </a:r>
          </a:p>
          <a:p>
            <a:pPr lvl="1"/>
            <a:r>
              <a:t>    print(file)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 2: Tareas de 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Ping desde Python</a:t>
            </a:r>
          </a:p>
          <a:p>
            <a:pPr lvl="1"/>
            <a:r>
              <a:t>Consulta rápida a una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import </a:t>
            </a:r>
            <a:r>
              <a:rPr dirty="0" err="1"/>
              <a:t>os</a:t>
            </a:r>
            <a:endParaRPr dirty="0"/>
          </a:p>
          <a:p>
            <a:pPr lvl="1"/>
            <a:r>
              <a:rPr dirty="0"/>
              <a:t>host = "</a:t>
            </a:r>
            <a:r>
              <a:rPr dirty="0">
                <a:latin typeface="Symbol" panose="05050102010706020507" pitchFamily="18" charset="2"/>
              </a:rPr>
              <a:t>10.10.10.5</a:t>
            </a:r>
            <a:r>
              <a:rPr dirty="0"/>
              <a:t>"</a:t>
            </a:r>
          </a:p>
          <a:p>
            <a:pPr lvl="1"/>
            <a:r>
              <a:rPr dirty="0"/>
              <a:t>response = </a:t>
            </a:r>
            <a:r>
              <a:rPr dirty="0" err="1"/>
              <a:t>os.system</a:t>
            </a:r>
            <a:r>
              <a:rPr dirty="0"/>
              <a:t>(</a:t>
            </a:r>
            <a:r>
              <a:rPr dirty="0" err="1"/>
              <a:t>f"ping</a:t>
            </a:r>
            <a:r>
              <a:rPr dirty="0"/>
              <a:t> -n 1 {host}")</a:t>
            </a:r>
          </a:p>
          <a:p>
            <a:pPr lvl="1"/>
            <a:r>
              <a:rPr dirty="0"/>
              <a:t>print("ONLINE" if response == 0 else "OFFLINE")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 3: Análisis de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Buscar errores en archivos .log</a:t>
            </a:r>
          </a:p>
          <a:p>
            <a:pPr lvl="1"/>
            <a:r>
              <a:t>Contar ocurrencias de palabras clave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Buscar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file = r"C:\logs_banco\app.log"</a:t>
            </a:r>
          </a:p>
          <a:p>
            <a:pPr lvl="1"/>
            <a:r>
              <a:t>with open(file, "r") as f:</a:t>
            </a:r>
          </a:p>
          <a:p>
            <a:pPr lvl="1"/>
            <a:r>
              <a:t>    for line in f:</a:t>
            </a:r>
          </a:p>
          <a:p>
            <a:pPr lvl="1"/>
            <a:r>
              <a:t>        if "ERROR" in line:</a:t>
            </a:r>
          </a:p>
          <a:p>
            <a:pPr lvl="1"/>
            <a:r>
              <a:t>            print(line.strip())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seguir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Automatizar procesos internos</a:t>
            </a:r>
          </a:p>
          <a:p>
            <a:pPr lvl="1"/>
            <a:r>
              <a:t>Procesar Excel/CSV</a:t>
            </a:r>
          </a:p>
          <a:p>
            <a:pPr lvl="1"/>
            <a:r>
              <a:t>Monitoreo con scripts</a:t>
            </a:r>
          </a:p>
          <a:p>
            <a:pPr lvl="1"/>
            <a:r>
              <a:t>Conectarse a APIs internas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22</TotalTime>
  <Words>223</Words>
  <Application>Microsoft Office PowerPoint</Application>
  <PresentationFormat>Presentación en pantalla (4:3)</PresentationFormat>
  <Paragraphs>54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Century Gothic</vt:lpstr>
      <vt:lpstr>Garamond</vt:lpstr>
      <vt:lpstr>Symbol</vt:lpstr>
      <vt:lpstr>Savon</vt:lpstr>
      <vt:lpstr>Introducción a Python para Automatización</vt:lpstr>
      <vt:lpstr>¿Por qué Python en un banco?</vt:lpstr>
      <vt:lpstr>Cómo ejecutar Python</vt:lpstr>
      <vt:lpstr>Caso práctico 1: Automatización de archivos</vt:lpstr>
      <vt:lpstr>Ejemplo: Listar archivos</vt:lpstr>
      <vt:lpstr>Caso práctico 2: Tareas de red</vt:lpstr>
      <vt:lpstr>Ejemplo: Ping</vt:lpstr>
      <vt:lpstr>Caso práctico 3: Análisis de logs</vt:lpstr>
      <vt:lpstr>Ejemplo: Buscar ERROR</vt:lpstr>
      <vt:lpstr>Cómo seguir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 para Automatización</dc:title>
  <dc:subject/>
  <dc:creator/>
  <cp:keywords/>
  <dc:description>generated using python-pptx</dc:description>
  <cp:lastModifiedBy>Martin</cp:lastModifiedBy>
  <cp:revision>3</cp:revision>
  <dcterms:created xsi:type="dcterms:W3CDTF">2013-01-27T09:14:16Z</dcterms:created>
  <dcterms:modified xsi:type="dcterms:W3CDTF">2025-11-27T02:51:49Z</dcterms:modified>
  <cp:category/>
</cp:coreProperties>
</file>